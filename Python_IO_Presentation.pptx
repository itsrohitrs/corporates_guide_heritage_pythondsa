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FD43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Input, Type Conversion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Formatted Output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interactive Python programs that read, convert, and present data cleanly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306998">
              <a:alpha val="8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62686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434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44348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306998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462686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4434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0" y="44348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306998">
              <a:alpha val="8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462686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4434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296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Concepts Matter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 behind almost every interactive Python program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423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data while the program runs, using input().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945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7720" y="3749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input into numbers or other types for processing.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92440" y="18745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1945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24231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Formatted Output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3749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 cleanly using print() and f-Strings.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concepts let programs interact with users, process data correctly, and display information professionally.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input() Function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program and accept text typed by the user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6F8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452628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256032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= input("Enter something: ")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prompt message to the user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until the user types and presses Enter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typed value in a variable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663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5120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a string — even if the user types a number.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2160" y="219456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53328" y="2331720"/>
            <a:ext cx="5449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print("Hello", name)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521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4041648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name: Rohit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Rohit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525780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63640" y="5212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user types becomes the value of the variable name.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Always Returns a String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numeric-looking input is stored as text by default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057400"/>
            <a:ext cx="4718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input("Enter your age: ")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133088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6110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5623560" cy="3429000"/>
          </a:xfrm>
          <a:prstGeom prst="roundRect">
            <a:avLst>
              <a:gd name="adj" fmla="val 37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2402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2788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Although the user entered 21, Python stores it as a string ("21"), not the integer 21.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00800" y="4114800"/>
            <a:ext cx="4937760" cy="0"/>
          </a:xfrm>
          <a:prstGeom prst="line">
            <a:avLst/>
          </a:prstGeom>
          <a:noFill/>
          <a:ln w="19050">
            <a:solidFill>
              <a:srgbClr val="3069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4297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Type Conversion becomes necessary before doing math with input values.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TYPE 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Between Data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for casting values to the type you need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9456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50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Integer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" y="4069080"/>
            <a:ext cx="21945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int("20") → 20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196596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0168" y="219456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3500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630168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Decimal Number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30168" y="4069080"/>
            <a:ext cx="21945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30168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float("9.5") → 9.5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63640" y="196596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10528" y="219456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35000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0528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str()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6510528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String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510528" y="4069080"/>
            <a:ext cx="21945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10528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str(100) → "100"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144000" y="196596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6F8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390888" y="219456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350008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90888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bool()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9390888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Boolean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390888" y="4069080"/>
            <a:ext cx="21945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390888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bool(1) → True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TYPE 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Type Conversion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Python joins text instead of doing math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CONVERSION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2560320"/>
            <a:ext cx="4443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= input("Enter first number: ")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 = input("Enter second number: ")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print(num1 + num2)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10, 20    →    Output: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370832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370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1020   (strings joined, not added)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242316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2560320"/>
            <a:ext cx="4443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= int(input("Enter first number: "))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 = int(input("Enter second number: "))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print(num1 + num2)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10, 20    →    Output: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4370832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EAF3E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44568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0" y="4370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  (correct numeric sum)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FORMATTED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Print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print() to the modern f-String approach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print()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print(name, age)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3774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60520" y="19842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Rohit 21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19842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space-separated values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" y="3913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" + name)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8862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349300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Rohit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32320" y="349300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matching string types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489204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77240" y="5001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(Recommended)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77240" y="54223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print(f"Hi {name}, age {age}")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539496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60520" y="500176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Rohit, age 21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132320" y="500176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6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fast, expressions inline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FORMATTED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f-Strings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variables and expressions directly inside a string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233172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f"Text {variable}"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063240"/>
            <a:ext cx="4718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"Rohit"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21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print(f"My name is {name}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I am {age} years old.")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name is Rohit and I am 21 years old.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19456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81928" y="2331720"/>
            <a:ext cx="5175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20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print(f"Sum = {a + b}")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406908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4069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30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f-Strings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51389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 and write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older formatting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evaluate inline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6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input(), type conversion, and f-Strings in one program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920240"/>
            <a:ext cx="56327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int(input("Enter your age: "))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= float(input("Enter your CGPA: "))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print(f"\nStudent Details")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print(f"Name : {name}")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print(f"Age  : {age}")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print(f"CGPA : {cgpa}")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783080"/>
            <a:ext cx="4892040" cy="3246120"/>
          </a:xfrm>
          <a:prstGeom prst="roundRect">
            <a:avLst>
              <a:gd name="adj" fmla="val 3380"/>
            </a:avLst>
          </a:prstGeom>
          <a:solidFill>
            <a:srgbClr val="11192E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286000"/>
            <a:ext cx="4434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name: Rohit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age: 21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CGPA: 8.7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Details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 Rohit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: 21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: 8.7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52578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306998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257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reads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52578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306998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5257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/ float() convert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52578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306998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5257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display 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840480" cy="3840480"/>
          </a:xfrm>
          <a:prstGeom prst="ellipse">
            <a:avLst/>
          </a:prstGeom>
          <a:solidFill>
            <a:srgbClr val="F6F8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Concepts, One Foundation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skills used in almost every Python program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671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programs interactive by accepting user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9768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is in the right type for correct processing.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1671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9244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information in a clean, professional format.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2920" y="4297680"/>
            <a:ext cx="11155680" cy="1417320"/>
          </a:xfrm>
          <a:prstGeom prst="roundRect">
            <a:avLst>
              <a:gd name="adj" fmla="val 774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36592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38912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Python application relies on user input, type conversion, and formatted output — master these and the rest follows.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02920" y="5989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1247120" y="6510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Input, Type Conversion &amp; Formatted Output in Python</dc:title>
  <dc:subject>PptxGenJS Presentation</dc:subject>
  <dc:creator>Python Basics</dc:creator>
  <cp:lastModifiedBy>Python Basics</cp:lastModifiedBy>
  <cp:revision>1</cp:revision>
  <dcterms:created xsi:type="dcterms:W3CDTF">2026-06-30T10:20:06Z</dcterms:created>
  <dcterms:modified xsi:type="dcterms:W3CDTF">2026-06-30T10:20:06Z</dcterms:modified>
</cp:coreProperties>
</file>